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86c291931045e2" /><Relationship Type="http://schemas.openxmlformats.org/officeDocument/2006/relationships/extended-properties" Target="/docProps/app.xml" Id="R5f3507e515234789" /><Relationship Type="http://schemas.openxmlformats.org/officeDocument/2006/relationships/officeDocument" Target="/ppt/presentation.xml" Id="Ra7f64b59184143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e1344d486140e1"/>
  </p:sldMasterIdLst>
  <p:notesMasterIdLst>
    <p:notesMasterId xmlns:r="http://schemas.openxmlformats.org/officeDocument/2006/relationships" r:id="R334e3a3e09724c67"/>
  </p:notesMasterIdLst>
  <p:sldIdLst>
    <p:sldId xmlns:r="http://schemas.openxmlformats.org/officeDocument/2006/relationships" id="256" r:id="R00eb015ceb1142e9"/>
    <p:sldId xmlns:r="http://schemas.openxmlformats.org/officeDocument/2006/relationships" id="257" r:id="R9a435c391b2940d7"/>
    <p:sldId xmlns:r="http://schemas.openxmlformats.org/officeDocument/2006/relationships" id="258" r:id="Re8380271a1574bdb"/>
    <p:sldId xmlns:r="http://schemas.openxmlformats.org/officeDocument/2006/relationships" id="259" r:id="R5a60e6bda0b548ae"/>
    <p:sldId xmlns:r="http://schemas.openxmlformats.org/officeDocument/2006/relationships" id="260" r:id="Rde107779721f4dfc"/>
    <p:sldId xmlns:r="http://schemas.openxmlformats.org/officeDocument/2006/relationships" id="261" r:id="Re6b17cecd1a14445"/>
    <p:sldId xmlns:r="http://schemas.openxmlformats.org/officeDocument/2006/relationships" id="262" r:id="R04bfc89fdad44c2f"/>
    <p:sldId xmlns:r="http://schemas.openxmlformats.org/officeDocument/2006/relationships" id="263" r:id="Rbca65fb9ce824bff"/>
    <p:sldId xmlns:r="http://schemas.openxmlformats.org/officeDocument/2006/relationships" id="264" r:id="R9cbaeede40204104"/>
    <p:sldId xmlns:r="http://schemas.openxmlformats.org/officeDocument/2006/relationships" id="265" r:id="Rd7a783a103fa43a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49ee84b97e4b66" /><Relationship Type="http://schemas.openxmlformats.org/officeDocument/2006/relationships/slideMaster" Target="/ppt/slideMasters/slideMaster1.xml" Id="Rd2e1344d486140e1" /><Relationship Type="http://schemas.openxmlformats.org/officeDocument/2006/relationships/notesMaster" Target="/ppt/notesMasters/notesMaster1.xml" Id="R334e3a3e09724c67" /><Relationship Type="http://schemas.openxmlformats.org/officeDocument/2006/relationships/presProps" Target="/ppt/presProps.xml" Id="R4e772fdd31b14a92" /><Relationship Type="http://schemas.openxmlformats.org/officeDocument/2006/relationships/tableStyles" Target="/ppt/tableStyles.xml" Id="R536938201e8a4be7" /><Relationship Type="http://schemas.openxmlformats.org/officeDocument/2006/relationships/slide" Target="/ppt/slides/slide1.xml" Id="R00eb015ceb1142e9" /><Relationship Type="http://schemas.openxmlformats.org/officeDocument/2006/relationships/slide" Target="/ppt/slides/slide2.xml" Id="R9a435c391b2940d7" /><Relationship Type="http://schemas.openxmlformats.org/officeDocument/2006/relationships/slide" Target="/ppt/slides/slide3.xml" Id="Re8380271a1574bdb" /><Relationship Type="http://schemas.openxmlformats.org/officeDocument/2006/relationships/slide" Target="/ppt/slides/slide4.xml" Id="R5a60e6bda0b548ae" /><Relationship Type="http://schemas.openxmlformats.org/officeDocument/2006/relationships/slide" Target="/ppt/slides/slide5.xml" Id="Rde107779721f4dfc" /><Relationship Type="http://schemas.openxmlformats.org/officeDocument/2006/relationships/slide" Target="/ppt/slides/slide6.xml" Id="Re6b17cecd1a14445" /><Relationship Type="http://schemas.openxmlformats.org/officeDocument/2006/relationships/slide" Target="/ppt/slides/slide7.xml" Id="R04bfc89fdad44c2f" /><Relationship Type="http://schemas.openxmlformats.org/officeDocument/2006/relationships/slide" Target="/ppt/slides/slide8.xml" Id="Rbca65fb9ce824bff" /><Relationship Type="http://schemas.openxmlformats.org/officeDocument/2006/relationships/slide" Target="/ppt/slides/slide9.xml" Id="R9cbaeede40204104" /><Relationship Type="http://schemas.openxmlformats.org/officeDocument/2006/relationships/slide" Target="/ppt/slides/slide10.xml" Id="Rd7a783a103fa43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dfa7ef114e44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3042af776b40b9" /><Relationship Type="http://schemas.openxmlformats.org/officeDocument/2006/relationships/notesMaster" Target="/ppt/notesMasters/notesMaster1.xml" Id="R3506a2da21cd4b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11a02352b24e97" /><Relationship Type="http://schemas.openxmlformats.org/officeDocument/2006/relationships/notesMaster" Target="/ppt/notesMasters/notesMaster1.xml" Id="R58ea88b7f42946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d53b954a7d45e0" /><Relationship Type="http://schemas.openxmlformats.org/officeDocument/2006/relationships/notesMaster" Target="/ppt/notesMasters/notesMaster1.xml" Id="Rc7b0ce6b09b64d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dfff239c0dc4fc3" /><Relationship Type="http://schemas.openxmlformats.org/officeDocument/2006/relationships/notesMaster" Target="/ppt/notesMasters/notesMaster1.xml" Id="R19dfdb16e20444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d54046b12b497a" /><Relationship Type="http://schemas.openxmlformats.org/officeDocument/2006/relationships/notesMaster" Target="/ppt/notesMasters/notesMaster1.xml" Id="Rf7bac13d5b8c49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b8d72cc605454c" /><Relationship Type="http://schemas.openxmlformats.org/officeDocument/2006/relationships/notesMaster" Target="/ppt/notesMasters/notesMaster1.xml" Id="R71e1ef9aafdb47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57e65f33a7410f" /><Relationship Type="http://schemas.openxmlformats.org/officeDocument/2006/relationships/notesMaster" Target="/ppt/notesMasters/notesMaster1.xml" Id="R1cc66c42a5bd41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248a3ee3924120" /><Relationship Type="http://schemas.openxmlformats.org/officeDocument/2006/relationships/notesMaster" Target="/ppt/notesMasters/notesMaster1.xml" Id="Rc01c2066ed7149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e8f1e6768d479f" /><Relationship Type="http://schemas.openxmlformats.org/officeDocument/2006/relationships/notesMaster" Target="/ppt/notesMasters/notesMaster1.xml" Id="R9c6cf2f47fb04d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c08131310f04f96" /><Relationship Type="http://schemas.openxmlformats.org/officeDocument/2006/relationships/notesMaster" Target="/ppt/notesMasters/notesMaster1.xml" Id="R2042fa525fb647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338a2771dd41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858cb744bf45e7" /><Relationship Type="http://schemas.openxmlformats.org/officeDocument/2006/relationships/slideLayout" Target="/ppt/slideLayouts/slideLayout1.xml" Id="R3e44ccb7faa04e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44ccb7faa04e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adf67f11b4698" /><Relationship Type="http://schemas.openxmlformats.org/officeDocument/2006/relationships/image" Target="/ppt/media/image.png" Id="R3ef03bde09214cfd" /><Relationship Type="http://schemas.openxmlformats.org/officeDocument/2006/relationships/image" Target="/ppt/media/image.jpeg" Id="R779192f6d22d4f67" /><Relationship Type="http://schemas.openxmlformats.org/officeDocument/2006/relationships/notesSlide" Target="/ppt/notesSlides/notesSlide1.xml" Id="R770d7b154c3442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bd048dcb974f91" /><Relationship Type="http://schemas.openxmlformats.org/officeDocument/2006/relationships/notesSlide" Target="/ppt/notesSlides/notesSlide2.xml" Id="R5ac91483145f4a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e6ec7a6bb45b1" /><Relationship Type="http://schemas.openxmlformats.org/officeDocument/2006/relationships/notesSlide" Target="/ppt/notesSlides/notesSlide3.xml" Id="R364b566f02a94a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e81e6d84dd4603" /><Relationship Type="http://schemas.openxmlformats.org/officeDocument/2006/relationships/notesSlide" Target="/ppt/notesSlides/notesSlide4.xml" Id="R30ab06a4cbd94f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d3ffc668414450" /><Relationship Type="http://schemas.openxmlformats.org/officeDocument/2006/relationships/notesSlide" Target="/ppt/notesSlides/notesSlide5.xml" Id="Rfcc4327d729244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046bf0bde438b" /><Relationship Type="http://schemas.openxmlformats.org/officeDocument/2006/relationships/image" Target="/ppt/media/image2.png" Id="Rb6b90630694a4ae2" /><Relationship Type="http://schemas.openxmlformats.org/officeDocument/2006/relationships/image" Target="/ppt/media/image3.png" Id="Rfd26be0568d44921" /><Relationship Type="http://schemas.openxmlformats.org/officeDocument/2006/relationships/image" Target="/ppt/media/image4.png" Id="R54e8d3514089499b" /><Relationship Type="http://schemas.openxmlformats.org/officeDocument/2006/relationships/notesSlide" Target="/ppt/notesSlides/notesSlide6.xml" Id="Rc02085d2c6b84a8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1bc1c19c54cde" /><Relationship Type="http://schemas.openxmlformats.org/officeDocument/2006/relationships/image" Target="/ppt/media/image5.png" Id="R80e619c167c34506" /><Relationship Type="http://schemas.openxmlformats.org/officeDocument/2006/relationships/image" Target="/ppt/media/image6.png" Id="R06f951d0cc53462b" /><Relationship Type="http://schemas.openxmlformats.org/officeDocument/2006/relationships/notesSlide" Target="/ppt/notesSlides/notesSlide7.xml" Id="R8c0851e3777a40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fb5e974fb49fd" /><Relationship Type="http://schemas.openxmlformats.org/officeDocument/2006/relationships/notesSlide" Target="/ppt/notesSlides/notesSlide8.xml" Id="R7fc2fd69808b4d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876a5e5e1e42f9" /><Relationship Type="http://schemas.openxmlformats.org/officeDocument/2006/relationships/notesSlide" Target="/ppt/notesSlides/notesSlide9.xml" Id="Rbfde233ea6b8474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f825d3b7f4d6f" /><Relationship Type="http://schemas.openxmlformats.org/officeDocument/2006/relationships/notesSlide" Target="/ppt/notesSlides/notesSlide10.xml" Id="R80d2ff8657ff4f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D6DA0-DDE2-4322-8BB6-292541C4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704850"/>
            <a:ext cx="3619500" cy="49530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5894B-DA88-458F-B140-3D451145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47750"/>
            <a:ext cx="2190750" cy="457200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024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03bde09214cfd"/>
          <a:srcRect xmlns:a="http://schemas.openxmlformats.org/drawingml/2006/main" l="92" t="0" r="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39100" y="1123950"/>
            <a:ext cx="2038350" cy="4419600"/>
          </a:xfrm>
          <a:prstGeom xmlns:a="http://schemas.openxmlformats.org/drawingml/2006/main" prst="roundRect">
            <a:avLst>
              <a:gd name="adj" fmla="val 5607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9F9B1-AB42-4E55-AD01-5BDF7B9A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00650"/>
            <a:ext cx="18859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2156A-8A2D-49C8-AAF0-397E23AF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2482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Home / Meus lembretes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192f6d22d4f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819150"/>
            <a:ext cx="1066800" cy="1066800"/>
          </a:xfrm>
          <a:prstGeom xmlns:a="http://schemas.openxmlformats.org/drawingml/2006/main" prst="ellipse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47379-0845-4821-8D25-A190E3AE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OmniZap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DAC0E-4E0E-463A-B96D-BE6C37CC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Aplicativo mobile para criar, acompanhar e confirmar lembretes enviados pelo WhatsApp.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6A9CD-F72B-425F-8079-3ACD1287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7907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E4C75F-D93A-48FF-870A-B291CFB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43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Expo + Firebase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FC2C4-7488-4600-9BA8-D3608F4A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248150"/>
            <a:ext cx="1619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605F8-DD8C-4DEB-A10C-3764963B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3434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6135E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135E8"/>
                </a:solidFill>
                <a:latin typeface="Aptos"/>
                <a:ea typeface="Aptos"/>
                <a:cs typeface="Aptos"/>
              </a:rPr>
              <a:t>WhatsApp 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5925B-8020-481D-85E4-49364F85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0ADE7-308E-4DE3-AE63-DD4B658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1119068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371D5-FD15-41E6-B9B7-40DFEAAE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335BC-FF49-4552-B484-1EE5C6DD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D70BC-0661-4B73-89A6-7C191554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Lembretes precisam chegar no canal certo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EB063-4FCB-418C-B07A-88FEB993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O projeto resolve a organizacao de lembretes conectando app mobile e WhatsApp.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A2A64F-D9EE-4867-AB17-02F22BCE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4642B0-B17F-4A2C-ABB1-40B95F76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D29"/>
                </a:solidFill>
                <a:latin typeface="Aptos"/>
                <a:ea typeface="Aptos"/>
                <a:cs typeface="Aptos"/>
              </a:rPr>
              <a:t>Lembretes espalhados sao faceis de esquecer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04CB7-A852-42EF-996A-7DF45C8F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D42FFD-A465-40A4-95BA-D5A16467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D29"/>
                </a:solidFill>
                <a:latin typeface="Aptos"/>
                <a:ea typeface="Aptos"/>
                <a:cs typeface="Aptos"/>
              </a:rPr>
              <a:t>Confirmacoes do bot precisam revisao antes de salvar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50E49E-22E3-4270-82E8-D3361B9E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01773A-51B1-4437-B9AD-77588140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19500"/>
            <a:ext cx="470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2D29"/>
                </a:solidFill>
                <a:latin typeface="Aptos"/>
                <a:ea typeface="Aptos"/>
                <a:cs typeface="Aptos"/>
              </a:rPr>
              <a:t>Falhas no backend precisam aparecer com clareza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C8F469-70B9-45F9-B209-80871247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905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BA9EC-6278-405A-8826-9AC9D826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19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5E2ED-29BC-4CAA-9E71-8E016913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143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F501F-7DCA-4569-ACD6-78540658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002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Antes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C41CD2-C718-4509-8DB8-434C36E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Tarefas dependem de memoria, mensagens soltas e pouca visibilidade.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B4ED7D-F5CB-4EEF-A991-51C790D9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86150"/>
            <a:ext cx="39052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11D31-DC13-4F9A-9C4B-C3923E8C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95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19B6B-E12D-4612-B9BF-879B5F33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819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7BEAB4-323B-4EC6-806F-D8D88E7F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Com OmniZap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F21EE-FC5C-4F67-853C-6849E531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Agenda mobile, lembretes filtrados e confirmacoes integradas ao bot.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3F0B7-DB36-4220-811E-67C3E6B7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BE799-E4FE-441B-818A-D1A28E325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4475529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0E5DB-6B11-4AFB-8546-4FD69798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87D43-2DEC-41D3-AAB0-583CAEA5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CD922-1EFC-43B2-9C25-A69D33A7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Centralizar lembretes do WhatsApp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D294EC-E80C-46ED-8AEB-E53B7B0D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Criacao, acompanhamento, confirmacao e monitoramento em uma experiencia unica.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A234B-67C3-4784-81E7-43306783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60A8DB-F5FD-484C-AC2A-463FE46B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3ED2F-A6CC-4BEF-B773-0644D83A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CC111-FF97-4B9F-B7EB-AB2F0D73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48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Criar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7396F-F3B1-4599-8B24-7F1AB3A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Lembretes pontuais, diarios e semanais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B6CE2-6201-4A90-940B-88EC25CF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68363-4517-45E0-A838-27FC234E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67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13226-A924-490E-805B-CB888E3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406208-E17C-4A6B-926A-A0BB0190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048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Acompanhar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6DA95-8141-41BD-8CA2-73E49DAD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Totais, filtros e lista por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78BEC-B767-4444-B947-D8174479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57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152FC5-C228-4BFB-97C3-FC3132D8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F7C069-E480-44D1-A1C9-E5508386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46770C-65D9-4C01-A6D2-55A42114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48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Confirmar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042B0B-1710-4A99-88A7-C3C6358A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Pendencias geradas pelo bot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F1BA1C-A5EB-4DEF-B664-658D8351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57500"/>
            <a:ext cx="2381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886F5-D204-4A1B-B7DD-EA2D4DF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B7A01-AC69-4E58-B945-29DFC685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312E3-36CC-412A-9847-36860539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480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Monitorar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8113C2-8111-4E0A-9982-89305628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Banner quando o bot esta offline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8C9276-F4EE-4538-9A93-673DCB13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06195-9E5C-43D6-B8BD-78D0C667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15405824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E13D15-AAC1-414C-9B74-BE1B30F9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COMO FUNCIONA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D3EF1-03A1-41F2-BDC9-C4852A56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92BFA-E4FE-49CB-8EA8-41197894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Do app ao WhatsApp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D1466-34BF-4F52-884A-51622AB5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O telefone salvo no onboarding identifica as operacoes feitas pela API do bot.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814DE-FD77-4E5F-ACD3-A9757132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9621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D1B87-1B25-48A7-A046-13FDF092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18ECF-B957-4043-A22F-3F37436E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86100"/>
            <a:ext cx="1085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Usuario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7B8219-3CA9-46A4-A144-119B3A7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108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Login e perfil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B8DDB-5471-4E00-94CA-8EA35DF1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765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35F95-4651-4E5E-8558-DF64DA67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826F0-01A7-42B4-B2CF-99EEEE7F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861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App Expo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7983F-78F7-4F83-8F58-757B2488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528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Home e lembretes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3E282A-199B-4377-8090-3FDEF0B4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765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03AEFD-E08A-417D-B0E2-66175B1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C2E6AE-E400-4D45-A327-0107ED2A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861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5EB58-F81C-459C-9BD7-68EED8E7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Auth + database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45CA3-314C-433F-86E4-C3A2DB83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76550"/>
            <a:ext cx="2095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243B3E-4B1C-4D1E-AAC7-F6EE722F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24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E17E41-C883-46C2-A5B2-F85F9EB8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861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API do bot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39BF7A-FD64-439F-A671-F2A76FAF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352800"/>
            <a:ext cx="1219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Dashboard e acoes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4F5F12-5614-4C2B-B201-C0D551D3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3375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947BAA-C8A8-42F1-8603-2DC3130D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BBC7A-44F3-4210-A8DD-F4F191D5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E99AD-F2B7-4FE0-AEFB-B5B8B0B4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2AC52E-E57E-4A0A-912A-DA9A078F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495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7AB84-1CA4-4351-BA7C-81054512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FD4FE-DB8A-4F8F-935F-80DE0115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533900"/>
            <a:ext cx="27051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CE8395-A4B5-4349-A0B6-699BA812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863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TanStack Query sincroniza dados, cache e polling.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DEB5EA-5A7B-47D0-8E6A-ACF9BBE8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0A527C-603C-4784-9811-5358F8D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16628641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255116-0B7A-4C0E-BBC8-7D21FA54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FUNCIONALIDADES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CB4F9-3474-47E3-975D-E092D06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A1B14-CA15-4252-9CFD-AD06D11F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Funcionalidades para uso diario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C28C9-1F60-4E2A-9C88-4B514E4B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O app cobre o ciclo completo do lembrete: criar, consultar, editar, excluir e confirmar.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43C56-6A33-4684-B736-EB42C8CA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5B0BD-B8CE-4FD3-AA2A-FFBD76C1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C13919-82E4-4461-A2C4-6BB5BCB4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05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A1542-ADDF-415F-9CD5-67EA1A12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62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Autenticacao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D0F71-B879-4C5E-98CE-3BE518A1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E-mail, senha e recuperacao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F9706-2478-4FB9-9E9E-FD286DDC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717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6CF65-2D14-4E7A-8EAA-9AE437AA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52C28-2F81-4A10-B952-FD852C1B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05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B49EB-8CBF-42EC-AC7B-8B5DA8D6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62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Perfil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1663AE-C0BB-4C36-98AA-7C7C2106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Nome e WhatsApp do usuario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BF646-5850-4EB7-8898-2922F67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57175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37B8-9243-4939-B1F0-A6E50874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DA9CF-6C46-461B-BC95-5701258F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05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E5088-8B85-4F59-9CB1-42949FAD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8E92A2-9BA6-488D-BC76-CFD166A4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956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Totais de lembretes e avisos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7C1376-4A81-40C6-997D-C65A0C65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D3204C-D833-452D-B2EC-A812D7EE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3F94CE-4733-4E64-867B-2B25DE76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33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EC49CF-A301-49C6-A6DF-A667A48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910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Filtros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13CF4C-BCFC-42E8-9AC7-0DFCD23B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Por dia, pontuais e recorrentes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6CF618-C822-4951-8DFE-AA59CD14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00050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C32B37-9841-4389-A4B5-AD7C5FA8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5E1147-34AE-4F29-A7BD-CFAAA7B0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4054FB-A076-4BD0-99C9-10E501F1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910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Lembretes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424DB6-7A2E-4C5A-8964-141124A0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24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Criacao, edicao e exclusao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8A07CF-ECF0-4E30-AEA0-2C8D11D7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3143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5F220D-8AD5-49E9-B192-9D2EF469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DBBE9-43C9-476E-89A6-61B2FD18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333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930474-7A7F-4490-890A-67CF9391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Health check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F82F45-906B-46A7-94AD-AA5AF4A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7244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Alerta quando bot esta offline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5359EC-7E1B-493C-90BF-4E4C44E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CF413B-D698-4CA8-92E4-97BED027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8608624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FC583F-65C3-4853-9612-44A089680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TELAS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8B9D57-8CBC-49C7-9E98-D8D04EBB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71294-205A-4055-BE08-1A459D34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Telas principais: acesso e agenda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2232B-B70E-46B9-B065-03203BB9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Screenshots maiores deixam o fluxo mais legivel na apresentacao.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B6419-0FAF-401D-9900-471505AF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33600"/>
            <a:ext cx="1962150" cy="40767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024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90630694a4ae2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7300" y="2209800"/>
            <a:ext cx="1809750" cy="392430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ECFEE-4130-41E1-BC54-C4C0B197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91200"/>
            <a:ext cx="1657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1BB4C-70EF-4731-8F94-A1507A1E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388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Login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E7650A-6043-4865-8102-DCB1790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133600"/>
            <a:ext cx="1962150" cy="40767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024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6be0568d44921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2209800"/>
            <a:ext cx="1809750" cy="392430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2181D7-B7A0-419F-9AB0-DCA57581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791200"/>
            <a:ext cx="1657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646596-0C5F-454E-A1F9-AE66236B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58388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Onboarding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9221F-9E6F-421A-8D47-03049AB4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33600"/>
            <a:ext cx="1962150" cy="407670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024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8d3514089499b"/>
          <a:srcRect xmlns:a="http://schemas.openxmlformats.org/drawingml/2006/main" l="96" t="0" r="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2209800"/>
            <a:ext cx="1809750" cy="392430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A9F333-4329-4472-B392-3EA78A42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791200"/>
            <a:ext cx="16573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01E04-098F-472C-9F4C-ADD4D9F6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838825"/>
            <a:ext cx="1543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Home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F0AD30-FB64-4B77-B5AC-4DFBB796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52850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FE53D4-8124-4DF5-A010-64F5A6BB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857625"/>
            <a:ext cx="781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135E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135E8"/>
                </a:solidFill>
                <a:latin typeface="Aptos"/>
                <a:ea typeface="Aptos"/>
                <a:cs typeface="Aptos"/>
              </a:rPr>
              <a:t>perfil pronto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7783F-361E-45D6-9622-55372909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52850"/>
            <a:ext cx="10668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EFEEB-2337-4E2F-BCA5-F3888D01A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57625"/>
            <a:ext cx="762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agenda ativa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0C18B-C7A7-45A9-B6BC-D703DA2D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62819F-7D62-4FE4-80FD-91A88582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150263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24FA4-24FA-4E9B-8C4D-A3CE44B7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TELAS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B525D-C24E-41A3-8A4A-D648BC08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746D7-315C-43F7-897F-60CE4757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Telas principais: acao e conta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6D6BF-D7D2-49E0-BB3A-BC1EBC1F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Criacao de lembretes e gerenciamento de perfil aparecem com mais area visual.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09F3A-AF2E-4630-BD5A-CB8D782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19300"/>
            <a:ext cx="2038350" cy="422910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024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619c167c34506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81250" y="2095500"/>
            <a:ext cx="1885950" cy="407670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91506-46A5-4AF6-BE54-4D574E18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829300"/>
            <a:ext cx="1733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BB19D-7D71-445A-B79D-E83D3628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87692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Novo lembrete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96B45-E04B-41A5-8E41-C64ABC38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2038350" cy="422910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20242A"/>
          </a:solidFill>
          <a:ln xmlns:a="http://schemas.openxmlformats.org/drawingml/2006/main" w="9525">
            <a:solidFill>
              <a:srgbClr val="20242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951d0cc53462b"/>
          <a:srcRect xmlns:a="http://schemas.openxmlformats.org/drawingml/2006/main" l="0" t="61" r="0" b="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24800" y="2095500"/>
            <a:ext cx="1885950" cy="4076700"/>
          </a:xfrm>
          <a:prstGeom xmlns:a="http://schemas.openxmlformats.org/drawingml/2006/main" prst="roundRect">
            <a:avLst>
              <a:gd name="adj" fmla="val 6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5464F2-0D4F-4E64-A808-3B31B4EE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829300"/>
            <a:ext cx="17335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BB8C9-6564-4E89-9089-A36F4330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76925"/>
            <a:ext cx="1619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Perfil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94F7-1DCC-4F90-AA07-EC8ABFF6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3B682-5DEC-4D29-9F53-A066A5D7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05B0C-1952-43AD-A1C3-34E0ABEF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3171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3362B-DCD3-4E8D-9FA7-B309CC47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028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Novo lembrete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BF9A3-593C-4D2B-9C93-AE034200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Mensagem, frequencia, data e horario em uma tela unica.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29139-7272-47FE-B7B9-D0D16DC2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6245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0699D3-380B-4542-9023-DA0067C9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720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9148FA-68EF-4BE8-AC93-4555FE3D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695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3CCC76-17FB-4E06-B854-348A7092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5529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Perfil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33BA1-1BDF-4120-A5F2-9E5C7507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86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Dados da conta, WhatsApp dos lembretes e preferencias.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9E321-4900-4D5A-8A5F-DBD6948D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D86000-BEC2-4FAF-AA6B-71F6B9C1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308054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FAA6DB-29A7-4715-AF75-9435A63F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90EE6-8632-4D5B-BC94-13E82A79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500B53-92A3-4DDE-85C5-0CB7E61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Tecnologias e fluxo de dados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E3BD9-64C6-41DB-9261-3647B398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 stack mobile conversa com Firebase e API do bot usando o telefone do usuario como chave.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97F5C-D05D-40C7-92D9-3F1BC116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A4350-AE99-42C5-8689-4BE3BB4E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1788CA-B715-43B7-9829-82571259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765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81538-DF25-4097-84D1-82F53C9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574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Expo 54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React Native 0.81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E5AA9-4D99-4540-A0D0-4CCA8AE1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6E43A-67B2-45E8-99FB-9DEC43AB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72A922-3874-4E8E-8380-8AFC3BD0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7F009-FD2A-4F90-9065-699E3071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2956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Expo Router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NativeWind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Lucide Icons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6713F8-98F3-4D85-92D1-A2B8F9CB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C023E-A706-49C1-BED3-4FA1E54C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8CD6D-1172-4B72-9029-F76DE637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529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Dados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1C42D-8A94-491C-9A34-C8794D06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TanStack Query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Axios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AsyncStorage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344E3-95CB-43A2-BA22-FB653279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31432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332D50-3CFC-47C0-923B-94F5CC30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2F7E4-8A2C-4CE3-A633-650E6EE3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911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D1150-AF78-4A42-8487-8BD9FE0C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720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Firebase Auth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Realtime DB</a:t>
            </a:r>
          </a:p>
          <a:p xmlns:a="http://schemas.openxmlformats.org/drawingml/2006/main">
            <a:pPr algn="l">
              <a:defRPr sz="9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API WhatsApp 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639B8B-8568-4716-9380-E7CB2BF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21336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A58F09-C009-4762-BD75-4A5E53B0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57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8E023-389B-4B93-8F20-D82B26E0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194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App mobile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F0C7C-95DF-43BB-BAAC-F630B9E7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8615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Expo / React Native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23FA4E-8890-4782-A6C8-F189C036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43150"/>
            <a:ext cx="2362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713406-F6B8-48C5-9838-A0D4FB9E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2ADEF4-B60D-42A7-A9E1-413EBB08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Firebase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5C0A58-B38D-4EC3-B335-E1CB2077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1940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Auth + Realtime DB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386FC4-632A-4B21-BCA5-EC2313CF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62400"/>
            <a:ext cx="23622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B562CC-7E1C-441B-B8B5-665EB3C5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BE6E99-0008-4A86-96C7-2D83C282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71950"/>
            <a:ext cx="1485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API do bot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49DA82-7903-4109-9033-6321C21F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386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Health, dashboard, lembretes, pendencias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81449E-B92E-46EC-83ED-620B9ECC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438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D64827-A3B0-4E4B-8AA3-147ADBE4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9525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807168-DFD5-44B7-861A-E39D0F71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035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D3EC44-AE65-4B98-9A56-71DAA8B1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135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2DB653-2BB4-4DAE-9E5E-8301747B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73519-A0EB-4A8A-BCD7-6365A256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068E45F-E2BB-4821-8A57-E686730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71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A5C24-73EA-4746-BC80-CCF95DF5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19650"/>
            <a:ext cx="31432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926937-C446-4B29-AD49-A8D2E8C6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97205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Polling: health 10s | dados do app 60s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967E4D-C3C8-4A77-8ADF-9F9EDF4E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05C4A8-F157-4F93-B055-C1595F32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18466009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F750C-F288-4429-BCF0-9B4F8514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BENEFICIOS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C76D75-39A4-4CF2-B523-FDCD344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82D7A-379B-41C7-8997-498920FD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Mais controle sobre lembretes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2C9D4E-545D-47D0-B258-A49E73B6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 experiencia reduz friccao ao reunir agenda, confirmacao e status do bot em um unico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BF748-5CBD-4695-8D35-C38DEFEB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3048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C0086-8DCF-44D0-9B4A-A9BFD4EF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90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0E73A2-08F8-42F5-85FD-6329D1E6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C34C4-2C12-470E-81BD-E6D6B7D3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71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Organizacao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073F8-BB71-44E4-898D-645BF544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052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Filtros por data e tipo ajudam a localizar lembretes rapidamente.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6343D-79C3-4C5F-8C23-E87D1FC86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81300"/>
            <a:ext cx="3048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DF6E8-74C3-4FF4-B1F3-C0FFCEBF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02690-5EED-484D-8085-18E280E8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AC7A11-96D0-4301-B403-7ADA49FA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Confiabilidade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86378-4A53-46C9-A75B-2D28843F8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Feedback de erro, sucesso e bot offline deixa o estado claro.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CC178E-4645-41EB-9732-9DEFA97A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0480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97B9AC-5D4F-4CC3-8FF2-3EC35C7A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90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4CF28-58B3-4201-9763-0AC3036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B8BC99-3E22-4FB0-AF44-8978DB5D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71800"/>
            <a:ext cx="2114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Agilidade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81555-2721-42D3-9B2E-5A973542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Atualizacao otimista reduz espera ao criar, editar e confirmar.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F17A6C-19AB-4EBF-A9AC-40FF2B32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EC8C9C-C1EF-40F8-8EAC-FE82A5E5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5973861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3964E4-C0B5-48EC-950B-ED9098EF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8C7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28C7E"/>
                </a:solidFill>
                <a:latin typeface="Aptos"/>
                <a:ea typeface="Aptos"/>
                <a:cs typeface="Aptos"/>
              </a:rPr>
              <a:t>PROXIMOS PASSOS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9F01F-CA0E-4503-9C0D-AAC98BA9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A8D8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1E619E-F731-4A03-AA80-EFFC8C52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F2D29"/>
                </a:solidFill>
                <a:latin typeface="Aptos Display"/>
                <a:ea typeface="Aptos Display"/>
                <a:cs typeface="Aptos Display"/>
              </a:rPr>
              <a:t>Evolucao recomendada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89BDCD-389F-4B10-8FB0-71378800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Proximos passos para fortalecer configuracao, estabilidade e apresentacao do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8C2C0-4C19-4F13-9E09-FE717E01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05100"/>
            <a:ext cx="30480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AD436-3BD9-4B8D-851B-F99FF03D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71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28C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5F3B8-5678-4677-AC0D-A623163D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D7956-BE46-4650-87B7-0D81E565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990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1. Estabilizar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AE724-6EA2-4E95-A298-DF19D88F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766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Trocar ngrok por backend estavel</a:t>
            </a:r>
          </a:p>
          <a:p xmlns:a="http://schemas.openxmlformats.org/drawingml/2006/main">
            <a:pPr algn="l">
              <a:defRPr sz="135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Documentar erros e contrato da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57046-F864-4699-A190-20262128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30480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6EED4-32CB-4436-805C-1300C638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71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61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488F3-1464-48B1-8BB7-149D1466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86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A93EE-8AC2-4925-8DF4-AF996BA4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990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2. Alinhar produto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38D7D-808F-48B9-AF88-1E6084C2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766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Ajustar app.json para OmniZap</a:t>
            </a:r>
          </a:p>
          <a:p xmlns:a="http://schemas.openxmlformats.org/drawingml/2006/main">
            <a:pPr algn="l">
              <a:defRPr sz="135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Revisar itens de perfil ainda placeholders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76A97-710F-4588-B9F1-0D6F3868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05100"/>
            <a:ext cx="3048000" cy="19431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F2B2E-90D5-4329-B571-6BDE2E8D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5143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C48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AA658C-A936-4372-AD4C-A1CB55A1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861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7AC3A2-7C30-42FE-A1DB-93095A35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2D2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2D29"/>
                </a:solidFill>
                <a:latin typeface="Aptos"/>
                <a:ea typeface="Aptos"/>
                <a:cs typeface="Aptos"/>
              </a:rPr>
              <a:t>3. Preparar entrega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7C85D3-8669-45FD-8B3D-92B7B92A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Criar screenshots oficiais</a:t>
            </a:r>
          </a:p>
          <a:p xmlns:a="http://schemas.openxmlformats.org/drawingml/2006/main">
            <a:pPr algn="l">
              <a:defRPr sz="1350" b="0">
                <a:solidFill>
                  <a:srgbClr val="4B675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B675E"/>
                </a:solidFill>
                <a:latin typeface="Aptos"/>
                <a:ea typeface="Aptos"/>
                <a:cs typeface="Aptos"/>
              </a:rPr>
              <a:t>Ampliar testes de fluxos criticos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137C6-A7E8-4AEA-9F5A-BE7F97ED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A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7C3CF-14EA-4E6C-BA73-EB389959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628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D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D87"/>
                </a:solidFill>
                <a:latin typeface="Aptos"/>
                <a:ea typeface="Aptos"/>
                <a:cs typeface="Aptos"/>
              </a:rPr>
              <a:t>Fonte: README.md, package.json, app.json e telas do projeto</a:t>
            </a:r>
          </a:p>
        </p:txBody>
      </p:sp>
    </p:spTree>
    <p:extLst>
      <p:ext uri="{BB962C8B-B14F-4D97-AF65-F5344CB8AC3E}">
        <p14:creationId xmlns:p14="http://schemas.microsoft.com/office/powerpoint/2010/main" val="20027196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2026-06-17T17:11:34.1240000Z</dcterms:created>
  <dcterms:modified xsi:type="dcterms:W3CDTF">2026-06-17T17:11:34.1240000Z</dcterms:modified>
</coreProperties>
</file>